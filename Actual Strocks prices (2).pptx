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2543" y="1168523"/>
            <a:ext cx="19311725" cy="4451395"/>
          </a:xfrm>
          <a:custGeom>
            <a:avLst/>
            <a:gdLst/>
            <a:ahLst/>
            <a:cxnLst/>
            <a:rect r="r" b="b" t="t" l="l"/>
            <a:pathLst>
              <a:path h="4451395" w="19311725">
                <a:moveTo>
                  <a:pt x="0" y="0"/>
                </a:moveTo>
                <a:lnTo>
                  <a:pt x="19311725" y="0"/>
                </a:lnTo>
                <a:lnTo>
                  <a:pt x="19311725" y="4451395"/>
                </a:lnTo>
                <a:lnTo>
                  <a:pt x="0" y="4451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415" r="0" b="-1589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9253" y="5749103"/>
            <a:ext cx="12228850" cy="4537897"/>
          </a:xfrm>
          <a:custGeom>
            <a:avLst/>
            <a:gdLst/>
            <a:ahLst/>
            <a:cxnLst/>
            <a:rect r="r" b="b" t="t" l="l"/>
            <a:pathLst>
              <a:path h="4537897" w="12228850">
                <a:moveTo>
                  <a:pt x="0" y="0"/>
                </a:moveTo>
                <a:lnTo>
                  <a:pt x="12228850" y="0"/>
                </a:lnTo>
                <a:lnTo>
                  <a:pt x="12228850" y="4537897"/>
                </a:lnTo>
                <a:lnTo>
                  <a:pt x="0" y="4537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66" r="0" b="-53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9327" y="33043"/>
            <a:ext cx="14695962" cy="10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4"/>
              </a:lnSpc>
              <a:spcBef>
                <a:spcPct val="0"/>
              </a:spcBef>
            </a:pPr>
            <a:r>
              <a:rPr lang="en-US" sz="58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Trading signal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7660745" y="117703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77003" y="1640515"/>
            <a:ext cx="10464573" cy="8646485"/>
          </a:xfrm>
          <a:custGeom>
            <a:avLst/>
            <a:gdLst/>
            <a:ahLst/>
            <a:cxnLst/>
            <a:rect r="r" b="b" t="t" l="l"/>
            <a:pathLst>
              <a:path h="8646485" w="10464573">
                <a:moveTo>
                  <a:pt x="0" y="0"/>
                </a:moveTo>
                <a:lnTo>
                  <a:pt x="10464572" y="0"/>
                </a:lnTo>
                <a:lnTo>
                  <a:pt x="10464572" y="8646485"/>
                </a:lnTo>
                <a:lnTo>
                  <a:pt x="0" y="8646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18730" y="170970"/>
            <a:ext cx="8390761" cy="116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  <a:spcBef>
                <a:spcPct val="0"/>
              </a:spcBef>
            </a:pPr>
            <a:r>
              <a:rPr lang="en-US" sz="67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Actual Stocks prices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56265" y="2915419"/>
            <a:ext cx="9975470" cy="4456162"/>
          </a:xfrm>
          <a:custGeom>
            <a:avLst/>
            <a:gdLst/>
            <a:ahLst/>
            <a:cxnLst/>
            <a:rect r="r" b="b" t="t" l="l"/>
            <a:pathLst>
              <a:path h="4456162" w="9975470">
                <a:moveTo>
                  <a:pt x="0" y="0"/>
                </a:moveTo>
                <a:lnTo>
                  <a:pt x="9975470" y="0"/>
                </a:lnTo>
                <a:lnTo>
                  <a:pt x="9975470" y="4456162"/>
                </a:lnTo>
                <a:lnTo>
                  <a:pt x="0" y="4456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6566" y="1998796"/>
            <a:ext cx="12950635" cy="5785204"/>
          </a:xfrm>
          <a:custGeom>
            <a:avLst/>
            <a:gdLst/>
            <a:ahLst/>
            <a:cxnLst/>
            <a:rect r="r" b="b" t="t" l="l"/>
            <a:pathLst>
              <a:path h="5785204" w="12950635">
                <a:moveTo>
                  <a:pt x="0" y="0"/>
                </a:moveTo>
                <a:lnTo>
                  <a:pt x="12950635" y="0"/>
                </a:lnTo>
                <a:lnTo>
                  <a:pt x="12950635" y="5785204"/>
                </a:lnTo>
                <a:lnTo>
                  <a:pt x="0" y="578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1308" y="381524"/>
            <a:ext cx="6933248" cy="116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  <a:spcBef>
                <a:spcPct val="0"/>
              </a:spcBef>
            </a:pPr>
            <a:r>
              <a:rPr lang="en-US" sz="67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Predicted values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7255" y="1483115"/>
            <a:ext cx="11313489" cy="7320770"/>
          </a:xfrm>
          <a:custGeom>
            <a:avLst/>
            <a:gdLst/>
            <a:ahLst/>
            <a:cxnLst/>
            <a:rect r="r" b="b" t="t" l="l"/>
            <a:pathLst>
              <a:path h="7320770" w="11313489">
                <a:moveTo>
                  <a:pt x="0" y="0"/>
                </a:moveTo>
                <a:lnTo>
                  <a:pt x="11313490" y="0"/>
                </a:lnTo>
                <a:lnTo>
                  <a:pt x="11313490" y="7320770"/>
                </a:lnTo>
                <a:lnTo>
                  <a:pt x="0" y="7320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7661" y="-142875"/>
            <a:ext cx="7835325" cy="264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6"/>
              </a:lnSpc>
            </a:pPr>
            <a:r>
              <a:rPr lang="en-US" b="true" sz="7618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Predicted graph</a:t>
            </a:r>
          </a:p>
          <a:p>
            <a:pPr algn="ctr">
              <a:lnSpc>
                <a:spcPts val="106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DAHJ6tBnh0Y</dc:identifier>
  <dcterms:modified xsi:type="dcterms:W3CDTF">2011-08-01T06:04:30Z</dcterms:modified>
  <cp:revision>1</cp:revision>
  <dc:title>Actual Strocks prices</dc:title>
</cp:coreProperties>
</file>